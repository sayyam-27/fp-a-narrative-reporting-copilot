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674" r:id="rId4"/>
    <p:sldId id="713" r:id="rId5"/>
    <p:sldId id="712" r:id="rId6"/>
    <p:sldId id="676" r:id="rId7"/>
    <p:sldId id="711"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Name of Capstone Project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Title</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2200" b="1" dirty="0">
                <a:solidFill>
                  <a:schemeClr val="tx1"/>
                </a:solidFill>
              </a:rPr>
              <a:t>C</a:t>
            </a:r>
            <a:r>
              <a:rPr lang="en-IN" sz="2200" b="1" dirty="0" err="1">
                <a:solidFill>
                  <a:schemeClr val="tx1"/>
                </a:solidFill>
              </a:rPr>
              <a:t>ontent</a:t>
            </a:r>
            <a:endParaRPr lang="en-IN" sz="2200" dirty="0"/>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2254</cp:revision>
  <dcterms:created xsi:type="dcterms:W3CDTF">2020-12-23T13:36:00Z</dcterms:created>
  <dcterms:modified xsi:type="dcterms:W3CDTF">2026-05-28T05:42:39Z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